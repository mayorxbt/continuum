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Continuum is permissioned liquid staking on Monad testnet. One line: compliance that travels with the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Identity is a door check. After entry, nothing re-validates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consequence: revoked participants keep trading and withdrawing freely.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studied the field before writing code. Gated lending and identity lending were crowded; permissioned staking, named in the same brief, was unclaimed.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token itself carries the compliance rule, so it holds anywhere the token goes.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Verify, stake, move, exit — identity is re-read at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compliant-DeFi projects stop at freezing. Continuum answers the regulator's follow-up: value exits through review, it is never confiscated.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CVI and CVA are load-bearing: without them this is ordinary staking.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just unit tests — the full demo arc was executed against live Monad testnet.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built this spec — overclaiming costs credibility exactly where integration depth is scored.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 path from hackathon build to something a licensed lender could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-pa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29260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Continuum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68580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BB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that travels with the token.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8580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Permissioned liquid staking  ·  Monad testnet  ·  Cleanverse Build: Trusted Assets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Compliant DeFi checks identity once — at the door.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228600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9992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checked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286000"/>
            <a:ext cx="228600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84448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584448" y="29992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25896" y="2286000"/>
            <a:ext cx="228600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4496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254496" y="29992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95944" y="2286000"/>
            <a:ext cx="228600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24544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924544" y="29992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160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check, at entry. Everything after it runs on an assumption that was true once.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Credentials go stale. Positions keep trading.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49377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24028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certificate lapses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60720" y="22402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55080" y="2240280"/>
            <a:ext cx="4754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224028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unaffected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081528"/>
            <a:ext cx="49377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08152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holder is sanctioned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60720" y="308152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55080" y="3081528"/>
            <a:ext cx="4754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308152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unaffected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3922776"/>
            <a:ext cx="49377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392277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credential is revoked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760720" y="392277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355080" y="3922776"/>
            <a:ext cx="4754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3922776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unaffected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49834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gap is a real reason regulated capital stays off-chain.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track named permissioned staking.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built it.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788920"/>
            <a:ext cx="3291840" cy="1920240"/>
          </a:xfrm>
          <a:prstGeom prst="roundRect">
            <a:avLst>
              <a:gd name="adj" fmla="val 2381"/>
            </a:avLst>
          </a:prstGeom>
          <a:solidFill>
            <a:srgbClr val="1B2C41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99008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60120" y="390448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on gated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pools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2788920"/>
            <a:ext cx="3291840" cy="1920240"/>
          </a:xfrm>
          <a:prstGeom prst="roundRect">
            <a:avLst>
              <a:gd name="adj" fmla="val 2381"/>
            </a:avLst>
          </a:prstGeom>
          <a:solidFill>
            <a:srgbClr val="1B2C41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99008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0" y="390448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on identity-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lending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09560" y="2788920"/>
            <a:ext cx="3291840" cy="1920240"/>
          </a:xfrm>
          <a:prstGeom prst="roundRect">
            <a:avLst>
              <a:gd name="adj" fmla="val 2381"/>
            </a:avLst>
          </a:prstGeom>
          <a:solidFill>
            <a:srgbClr val="5B4FD1"/>
          </a:solidFill>
          <a:ln w="12700">
            <a:solidFill>
              <a:srgbClr val="5B4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299008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183880" y="390448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D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D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permissioned staking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50292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40 registered projects. We built in the empty lane.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put the rule inside the token.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5029200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468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C4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in the app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9718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one frontend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Allowlists drift out of sync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ends at the app boundary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2240280"/>
            <a:ext cx="5029200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2468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in the token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9718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on every transfer, on-chain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re-read at the moment value moves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survives every hop the token takes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49834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 MON, receive stMON — a policy-gated liquid staking receipt that verifies its recipient before it will move.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checkpoints, one unbroken line.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2487168" cy="2606040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68880"/>
            <a:ext cx="566928" cy="566928"/>
          </a:xfrm>
          <a:prstGeom prst="hexagon">
            <a:avLst/>
          </a:prstGeom>
          <a:solidFill>
            <a:srgbClr val="5B4FD1"/>
          </a:solidFill>
          <a:ln w="12700">
            <a:solidFill>
              <a:srgbClr val="5B4F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318211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3602736"/>
            <a:ext cx="193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Cleanverse A-Pass binds a bank-verified identity to the wallet. No pass, no entry.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47288" y="2240280"/>
            <a:ext cx="2487168" cy="2606040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21608" y="2468880"/>
            <a:ext cx="566928" cy="566928"/>
          </a:xfrm>
          <a:prstGeom prst="hexagon">
            <a:avLst/>
          </a:prstGeom>
          <a:solidFill>
            <a:srgbClr val="5B4FD1"/>
          </a:solidFill>
          <a:ln w="12700">
            <a:solidFill>
              <a:srgbClr val="5B4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21608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21608" y="318211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721608" y="3602736"/>
            <a:ext cx="193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in, stMON out. Rewards raise redemption value rather than minting shares.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08776" y="2240280"/>
            <a:ext cx="2487168" cy="2606040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83096" y="2468880"/>
            <a:ext cx="566928" cy="566928"/>
          </a:xfrm>
          <a:prstGeom prst="hexagon">
            <a:avLst/>
          </a:prstGeom>
          <a:solidFill>
            <a:srgbClr val="5B4FD1"/>
          </a:solidFill>
          <a:ln w="12700">
            <a:solidFill>
              <a:srgbClr val="5B4F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83096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83096" y="318211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83096" y="3602736"/>
            <a:ext cx="193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transfer re-checks the recipient's credential at the token layer.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70264" y="2240280"/>
            <a:ext cx="2487168" cy="2606040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44584" y="2468880"/>
            <a:ext cx="566928" cy="566928"/>
          </a:xfrm>
          <a:prstGeom prst="hexagon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44584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44584" y="318211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244584" y="3602736"/>
            <a:ext cx="193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Unstake freely — or, if revoked, exit through review.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IT APART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Freezing is table stakes.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question is harder.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26517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9BB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"So you seize the funds?"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3383280"/>
            <a:ext cx="3291840" cy="1691640"/>
          </a:xfrm>
          <a:prstGeom prst="roundRect">
            <a:avLst>
              <a:gd name="adj" fmla="val 2703"/>
            </a:avLst>
          </a:prstGeom>
          <a:solidFill>
            <a:srgbClr val="1B2C41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3566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E8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39319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frozen for circulation on the next transaction.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3383280"/>
            <a:ext cx="3291840" cy="1691640"/>
          </a:xfrm>
          <a:prstGeom prst="roundRect">
            <a:avLst>
              <a:gd name="adj" fmla="val 2703"/>
            </a:avLst>
          </a:prstGeom>
          <a:solidFill>
            <a:srgbClr val="1B2C41"/>
          </a:solidFill>
          <a:ln w="15875">
            <a:solidFill>
              <a:srgbClr val="5B4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3566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B9B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53712" y="39319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Holder requests an exit to a verified receiver; eligibility re-checked at approval and at settlement.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09560" y="3383280"/>
            <a:ext cx="3291840" cy="1691640"/>
          </a:xfrm>
          <a:prstGeom prst="roundRect">
            <a:avLst>
              <a:gd name="adj" fmla="val 2703"/>
            </a:avLst>
          </a:prstGeom>
          <a:solidFill>
            <a:srgbClr val="1B2C41"/>
          </a:solidFill>
          <a:ln w="15875">
            <a:solidFill>
              <a:srgbClr val="0E6B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5592" y="3566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FC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65592" y="39319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burned, underlying delivered to the eligible destination.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5349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without confiscation.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CLEANVERSE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Cleanverse and there is no product.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1042416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35000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A-Pass · CVI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977640" y="235000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as a live control on every stake, transfer, and exit — not a one-time entry check. Revocation is the signal the whole protocol turns 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410712"/>
            <a:ext cx="1042416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35204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A-Token · CVA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977640" y="3520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verified-asset model stMON implements: rules embedded in the asset, enforced on transfer. CVA-native issuance is our target integration.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581144"/>
            <a:ext cx="1042416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469087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Pre-transaction checks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977640" y="469087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state-changing path runs an eligibility gate before value moves, with reason codes surfaced to the user.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on Monad testnet — and verified on-chain.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329184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377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60120" y="31729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deployed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2240280"/>
            <a:ext cx="329184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2377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0" y="31729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tests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09560" y="2240280"/>
            <a:ext cx="329184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83880" y="2377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183880" y="31729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beats verified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live chain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069080"/>
            <a:ext cx="1042416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42245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result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457200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revoked holder exited with 1.1 MON — principal plus the yield they had earned — receipt burned, delivered to a verified receiver, every step an on-chain event.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claim only what we can prove.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514600"/>
            <a:ext cx="1042416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752344"/>
            <a:ext cx="512064" cy="512064"/>
          </a:xfrm>
          <a:prstGeom prst="hexagon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7523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37360" y="262432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stMON is a receipt, not a CVA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4920" y="2624328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claim CVA issuance until the sandbox confirms custom yield-bearing assets. CVA-native issuance is documented as the target, not assumed.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685032"/>
            <a:ext cx="1042416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78408" y="3922776"/>
            <a:ext cx="512064" cy="512064"/>
          </a:xfrm>
          <a:prstGeom prst="hexagon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39227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37360" y="37947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Rewards are labeled simulated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74920" y="379476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yield is a deterministic drip, and every surface says so.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855464"/>
            <a:ext cx="1042416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78408" y="5093208"/>
            <a:ext cx="512064" cy="512064"/>
          </a:xfrm>
          <a:prstGeom prst="hexagon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5093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37360" y="496519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attribution, not Travel Rule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74920" y="4965192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call it Travel Rule reporting only once Cleanverse confirms a reporting path we can feed.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testnet demo to institutional pilot.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329184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68880"/>
            <a:ext cx="548640" cy="548640"/>
          </a:xfrm>
          <a:prstGeom prst="hexagon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3182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60273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Monad testnet with the mock A-Pass registry behind a swappable interface.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2240280"/>
            <a:ext cx="329184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468880"/>
            <a:ext cx="548640" cy="548640"/>
          </a:xfrm>
          <a:prstGeom prst="hexagon">
            <a:avLst/>
          </a:prstGeom>
          <a:solidFill>
            <a:srgbClr val="5B4FD1"/>
          </a:solidFill>
          <a:ln w="12700">
            <a:solidFill>
              <a:srgbClr val="5B4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3182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360273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Cleanverse sandbox adapter, and issue stMON natively as a CVA if the API supports 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09560" y="2240280"/>
            <a:ext cx="329184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  <a:effectLst>
            <a:outerShdw sx="100000" sy="100000" kx="0" ky="0" algn="bl" rotWithShape="0" blurRad="76200" dist="12700" dir="5400000">
              <a:srgbClr val="0E1B2C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2468880"/>
            <a:ext cx="548640" cy="548640"/>
          </a:xfrm>
          <a:prstGeom prst="hexagon">
            <a:avLst/>
          </a:prstGeom>
          <a:solidFill>
            <a:srgbClr val="3C4A5C"/>
          </a:solidFill>
          <a:ln w="12700">
            <a:solidFill>
              <a:srgbClr val="3C4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83880" y="3182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183880" y="360273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validator delegation, a second compliance-officer role, and a pilot with a licensed counterparty.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-pa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2024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42900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that travels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the token.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8580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Continuum  ·  Permissioned liquid staking on Monad  ·  Cleanverse Build: Trusted Assets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Continuum — Business Deck</dc:title>
  <dc:subject>PptxGenJS Presentation</dc:subject>
  <dc:creator>Continuum</dc:creator>
  <cp:lastModifiedBy>Continuum</cp:lastModifiedBy>
  <cp:revision>1</cp:revision>
  <dcterms:created xsi:type="dcterms:W3CDTF">2026-08-03T18:12:18Z</dcterms:created>
  <dcterms:modified xsi:type="dcterms:W3CDTF">2026-08-03T18:12:18Z</dcterms:modified>
</cp:coreProperties>
</file>